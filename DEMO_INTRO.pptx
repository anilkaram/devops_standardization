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in one line: we write a small YAML describing the architecture, the tool generates the full Terraform workspace — hardened, validated, multi-environment. Today: quick intro (5 slides), then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in the room has lived these four. Ask for nods. The tool exists to make all four disappear at generation time, not at review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three-step story. Stats to land: 15 lines of YAML become 40+ wired resources; the security score is 100% from the FIRST generate; validate takes ~20 seconds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rule: modules never hardcode environment values — they read variables; root wires them; tfvars holds the values. Same code deploys to dev and prod, ONLY tfvars differ. This is the answer to the drift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story: nobody has to BELIEVE the output is good — the tool proves it. Two independent scanners because each catches what the other misses; tfsec found a wildcard KMS grant Checkov passed. Mention: no bare skips, every one has a written reason (audit trail).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expert questions: what happens when I regenerate (edits preserved — will show live), how do I know what's left to fill (doctor), is AI output trusted (no — gates decide), how do we destroy test stacks (env-driven protection).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pip install once, then these five commands are the entire lifecycle. validate is the same command locally and in CI — no divergence between what devs run and what the pipeline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in this exact order. The secret-scan moment and the edit-preservation moment are the two that land hardest — don't skip them. Close with the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658368"/>
            <a:ext cx="694944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8132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Standardization Tool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 file in  —  production-ready AWS Terraform out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90372" y="3108960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" y="3108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infra.yaml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15–100 lines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912364" y="3108960"/>
            <a:ext cx="512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497580" y="3108960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7580" y="3108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init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19572" y="3108960"/>
            <a:ext cx="512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304788" y="3108960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4788" y="3108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.infra/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AWS resources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Demo  •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all know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3950208" cy="1517904"/>
          </a:xfrm>
          <a:prstGeom prst="roundRect">
            <a:avLst>
              <a:gd name="adj" fmla="val 4819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264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540764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716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Terraform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71600" y="1755648"/>
            <a:ext cx="29900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invents its own naming, tagging, and layout — no shared standard.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10912" y="1207008"/>
            <a:ext cx="3950208" cy="1517904"/>
          </a:xfrm>
          <a:prstGeom prst="roundRect">
            <a:avLst>
              <a:gd name="adj" fmla="val 4819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12080" y="14264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80" y="154076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33872" y="13716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bootstrap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833872" y="1755648"/>
            <a:ext cx="29900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 infra means copy-paste-adapt from an old project for days.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3950208" cy="1517904"/>
          </a:xfrm>
          <a:prstGeom prst="roundRect">
            <a:avLst>
              <a:gd name="adj" fmla="val 4819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332841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44271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27355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an afterthought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371600" y="3657600"/>
            <a:ext cx="29900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IMDSv2, scoped IAM get retrofitted after scanner findings pile up.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10912" y="3108960"/>
            <a:ext cx="3950208" cy="1517904"/>
          </a:xfrm>
          <a:prstGeom prst="roundRect">
            <a:avLst>
              <a:gd name="adj" fmla="val 4819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212080" y="332841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380" y="344271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33872" y="327355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prod drift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5833872" y="3657600"/>
            <a:ext cx="29900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Hand-copied .tf files diverge silently until something breaks in prod.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170432"/>
            <a:ext cx="2578608" cy="1883664"/>
          </a:xfrm>
          <a:prstGeom prst="roundRect">
            <a:avLst>
              <a:gd name="adj" fmla="val 3883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9496" y="1371600"/>
            <a:ext cx="457200" cy="457200"/>
          </a:xfrm>
          <a:prstGeom prst="ellipse">
            <a:avLst/>
          </a:prstGeom>
          <a:solidFill>
            <a:srgbClr val="E2EC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4767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42646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Describe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9496" y="1956816"/>
            <a:ext cx="2139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infra.yaml — every box in the architecture diagram is a service, every arrow a connection.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82696" y="1170432"/>
            <a:ext cx="2578608" cy="1883664"/>
          </a:xfrm>
          <a:prstGeom prst="roundRect">
            <a:avLst>
              <a:gd name="adj" fmla="val 3883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02152" y="1371600"/>
            <a:ext cx="457200" cy="457200"/>
          </a:xfrm>
          <a:prstGeom prst="ellipse">
            <a:avLst/>
          </a:prstGeom>
          <a:solidFill>
            <a:srgbClr val="E2EC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14767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42646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02152" y="1956816"/>
            <a:ext cx="2139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init — hardened templates, module assembly, VPC/IAM wiring, per-env tfvars, CI/CD pipeline.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45352" y="1170432"/>
            <a:ext cx="2578608" cy="1883664"/>
          </a:xfrm>
          <a:prstGeom prst="roundRect">
            <a:avLst>
              <a:gd name="adj" fmla="val 3883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64808" y="1371600"/>
            <a:ext cx="457200" cy="457200"/>
          </a:xfrm>
          <a:prstGeom prst="ellipse">
            <a:avLst/>
          </a:prstGeom>
          <a:solidFill>
            <a:srgbClr val="E2EC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47675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31736" y="142646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Deploy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64808" y="1956816"/>
            <a:ext cx="2139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/ apply per environment — dev and prod run identical code, only tfvars differ.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84048" y="34564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384048" y="40233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 generated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551176" y="34564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2551176" y="40233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security score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18304" y="34564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s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4718304" y="40233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 run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885432" y="34564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6885432" y="40233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security scanners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Terraform is generated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577840" cy="1024128"/>
          </a:xfrm>
          <a:prstGeom prst="roundRect">
            <a:avLst>
              <a:gd name="adj" fmla="val 7143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721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9844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lookup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71600" y="1627632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maps to a hand-hardened Jinja2 template (services_catalog.yaml). Unknown services fall back to AI — then face the same gates.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5577840" cy="1024128"/>
          </a:xfrm>
          <a:prstGeom prst="roundRect">
            <a:avLst>
              <a:gd name="adj" fmla="val 7143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715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54203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assembly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71600" y="2871216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modules/&lt;svc&gt;/ gets main.tf (resources), variables.tf (auto-completed declarations), outputs.tf (cross-wiring).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5577840" cy="1024128"/>
          </a:xfrm>
          <a:prstGeom prst="roundRect">
            <a:avLst>
              <a:gd name="adj" fmla="val 7143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959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78561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wiring + tfvars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main.tf connects modules to VPC, security groups, KMS. Values live ONLY in env/&lt;env&gt;/terraform.tfvars.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0" y="1188720"/>
            <a:ext cx="2194560" cy="3511296"/>
          </a:xfrm>
          <a:prstGeom prst="roundRect">
            <a:avLst>
              <a:gd name="adj" fmla="val 3750"/>
            </a:avLst>
          </a:prstGeom>
          <a:solidFill>
            <a:srgbClr val="161D4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01968" y="1389888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modules/rds/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resources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declarations only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ARNs re-exported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tfvars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9B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only per-env file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gates, one command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0" y="4754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 validate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603504"/>
          </a:xfrm>
          <a:prstGeom prst="roundRect">
            <a:avLst>
              <a:gd name="adj" fmla="val 10606"/>
            </a:avLst>
          </a:prstGeom>
          <a:solidFill>
            <a:srgbClr val="F3F7FE"/>
          </a:solidFill>
          <a:ln w="9525">
            <a:solidFill>
              <a:srgbClr val="E1E9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12164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1216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17043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34840" y="11704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references, types — on the whole stack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80467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1E9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043684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04368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190195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security scan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190195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policy checks, scored — 100% out of the box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33472"/>
            <a:ext cx="8046720" cy="603504"/>
          </a:xfrm>
          <a:prstGeom prst="roundRect">
            <a:avLst>
              <a:gd name="adj" fmla="val 10606"/>
            </a:avLst>
          </a:prstGeom>
          <a:solidFill>
            <a:srgbClr val="F3F7FE"/>
          </a:solidFill>
          <a:ln w="9525">
            <a:solidFill>
              <a:srgbClr val="E1E9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775204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77520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263347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tfsec security scan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4840" y="263347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engine; catches what Checkov misses (wildcard IAM)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64992"/>
            <a:ext cx="80467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1E9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506724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50672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3649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34840" y="336499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credentials in tfvars — file + line + remediation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96512"/>
            <a:ext cx="8046720" cy="603504"/>
          </a:xfrm>
          <a:prstGeom prst="roundRect">
            <a:avLst>
              <a:gd name="adj" fmla="val 10606"/>
            </a:avLst>
          </a:prstGeom>
          <a:solidFill>
            <a:srgbClr val="F3F7FE"/>
          </a:solidFill>
          <a:ln w="9525">
            <a:solidFill>
              <a:srgbClr val="E1E9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238244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23824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40965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check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34840" y="40965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unfilled REPLACE_WITH_* values can never reach CI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1 on any failure — the same command is the CI gate.  Every skipped check carries a written justification.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day 2, not just day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3950208" cy="1517904"/>
          </a:xfrm>
          <a:prstGeom prst="roundRect">
            <a:avLst>
              <a:gd name="adj" fmla="val 4819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26464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540764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716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regeneration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71600" y="1755648"/>
            <a:ext cx="29900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manifest fingerprints every generated file — re-running init preserves your manual edits.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10912" y="1207008"/>
            <a:ext cx="3950208" cy="1517904"/>
          </a:xfrm>
          <a:prstGeom prst="roundRect">
            <a:avLst>
              <a:gd name="adj" fmla="val 4819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12080" y="1426464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80" y="154076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33872" y="13716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+ checklist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833872" y="1755648"/>
            <a:ext cx="29900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unfilled value listed with plain-English meaning and file:line. Exit 1 until the stack is apply-ready.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3950208" cy="1517904"/>
          </a:xfrm>
          <a:prstGeom prst="roundRect">
            <a:avLst>
              <a:gd name="adj" fmla="val 4819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3328416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44271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27355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where it helps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371600" y="3657600"/>
            <a:ext cx="29900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--describe drafts the YAML; scaffold update proposes template refreshes — every proposal must pass the gates first.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10912" y="3108960"/>
            <a:ext cx="3950208" cy="1517904"/>
          </a:xfrm>
          <a:prstGeom prst="roundRect">
            <a:avLst>
              <a:gd name="adj" fmla="val 4819"/>
            </a:avLst>
          </a:prstGeom>
          <a:solidFill>
            <a:srgbClr val="F3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212080" y="3328416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380" y="344271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33872" y="327355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Env-driven guardrails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5833872" y="3657600"/>
            <a:ext cx="29900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protection, multi-AZ, retention: ON in prod, relaxed in dev. Same code, different tfvars.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709160" cy="3383280"/>
          </a:xfrm>
          <a:prstGeom prst="roundRect">
            <a:avLst>
              <a:gd name="adj" fmla="val 2432"/>
            </a:avLst>
          </a:prstGeom>
          <a:solidFill>
            <a:srgbClr val="161D4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898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28800"/>
            <a:ext cx="4297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scaffold init -y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scaffold doctor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scaffold init-backend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scaffold validate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plan  -var-file=env/dev/…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-var-file=env/dev/…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89304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5312" y="126187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— </a:t>
            </a:r>
            <a:pPr indent="0" marL="0">
              <a:buNone/>
            </a:pPr>
            <a:r>
              <a:rPr lang="en-US" sz="12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workspace + NEXT STEPS checklist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965960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25312" y="193852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— </a:t>
            </a:r>
            <a:pPr indent="0" marL="0">
              <a:buNone/>
            </a:pPr>
            <a:r>
              <a:rPr lang="en-US" sz="12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placeholders, tools, secrets — plain English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642616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25312" y="261518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— </a:t>
            </a:r>
            <a:pPr indent="0" marL="0">
              <a:buNone/>
            </a:pPr>
            <a:r>
              <a:rPr lang="en-US" sz="12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bucket + lock table, one time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319272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925312" y="329184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— </a:t>
            </a:r>
            <a:pPr indent="0" marL="0">
              <a:buNone/>
            </a:pPr>
            <a:r>
              <a:rPr lang="en-US" sz="12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checks, CI-ready exit code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995928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925312" y="3968496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</a:t>
            </a:r>
            <a:pPr indent="0" marL="0">
              <a:buNone/>
            </a:pPr>
            <a:r>
              <a:rPr lang="en-US" sz="12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environment — dev first, promote via tfvars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see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31216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121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61872" y="129844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→ infra.yaml — every box a service, every arrow a connection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242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42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181051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init — 40+ resources generated, next-steps checklist prints itself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23362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362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1872" y="23225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end-to-end — module code, root wiring, per-env tfvars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284835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483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61872" y="283464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validate — five green gates in ~20 seconds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85800" y="33604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604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34670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 fake secret — watch the gate catch it with file and line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85800" y="387248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724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61872" y="3858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generated file, re-run init — the edit survives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44988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encodes our Terraform expertise once — so every project starts at our standard, not at zero.”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Standardization Tool</dc:title>
  <dc:subject>PptxGenJS Presentation</dc:subject>
  <dc:creator>Anil</dc:creator>
  <cp:lastModifiedBy>Anil</cp:lastModifiedBy>
  <cp:revision>1</cp:revision>
  <dcterms:created xsi:type="dcterms:W3CDTF">2026-07-08T05:55:20Z</dcterms:created>
  <dcterms:modified xsi:type="dcterms:W3CDTF">2026-07-08T05:55:20Z</dcterms:modified>
</cp:coreProperties>
</file>